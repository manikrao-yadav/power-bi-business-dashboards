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24387175" cy="13716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9382"/>
    <a:srgbClr val="696C5D"/>
    <a:srgbClr val="D9DAD4"/>
    <a:srgbClr val="B4B7AB"/>
    <a:srgbClr val="C1F2C2"/>
    <a:srgbClr val="EFEDEA"/>
    <a:srgbClr val="DAD5CC"/>
    <a:srgbClr val="C6BEAD"/>
    <a:srgbClr val="CAC7D8"/>
    <a:srgbClr val="ACA7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1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93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74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76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61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600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23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5" y="730251"/>
            <a:ext cx="21033938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796" y="3362326"/>
            <a:ext cx="1031691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796" y="5010150"/>
            <a:ext cx="1031691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6007" y="3362326"/>
            <a:ext cx="1036772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6007" y="5010150"/>
            <a:ext cx="1036772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01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02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19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7726" y="1974851"/>
            <a:ext cx="1234600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95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7726" y="1974851"/>
            <a:ext cx="1234600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03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197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52072" y="730250"/>
            <a:ext cx="5258485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618" y="730250"/>
            <a:ext cx="15470614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22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933A9-1AAD-4EF8-B6B1-58F4346ED27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CE511-4D56-421F-B3B5-256B7D980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99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7FD77-E508-9B7A-3983-8A3DB7C9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436ECE-7660-F6A3-D773-A6D27B8D78F4}"/>
              </a:ext>
            </a:extLst>
          </p:cNvPr>
          <p:cNvSpPr/>
          <p:nvPr/>
        </p:nvSpPr>
        <p:spPr>
          <a:xfrm>
            <a:off x="175758" y="214604"/>
            <a:ext cx="24035658" cy="13286792"/>
          </a:xfrm>
          <a:prstGeom prst="roundRect">
            <a:avLst>
              <a:gd name="adj" fmla="val 3531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427279-8C00-064F-1240-25039B62C79A}"/>
              </a:ext>
            </a:extLst>
          </p:cNvPr>
          <p:cNvSpPr/>
          <p:nvPr/>
        </p:nvSpPr>
        <p:spPr>
          <a:xfrm>
            <a:off x="858416" y="895739"/>
            <a:ext cx="22692049" cy="1324947"/>
          </a:xfrm>
          <a:prstGeom prst="roundRect">
            <a:avLst/>
          </a:prstGeom>
          <a:gradFill flip="none" rotWithShape="1"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DD5E03-9942-C3E1-C8B0-5E0F3A109662}"/>
              </a:ext>
            </a:extLst>
          </p:cNvPr>
          <p:cNvSpPr/>
          <p:nvPr/>
        </p:nvSpPr>
        <p:spPr>
          <a:xfrm>
            <a:off x="357809" y="2743201"/>
            <a:ext cx="11628782" cy="4412974"/>
          </a:xfrm>
          <a:prstGeom prst="roundRect">
            <a:avLst>
              <a:gd name="adj" fmla="val 6212"/>
            </a:avLst>
          </a:prstGeom>
          <a:gradFill flip="none" rotWithShape="1"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7C8F9A-B407-D6C0-7758-B07F9649DD65}"/>
              </a:ext>
            </a:extLst>
          </p:cNvPr>
          <p:cNvSpPr/>
          <p:nvPr/>
        </p:nvSpPr>
        <p:spPr>
          <a:xfrm>
            <a:off x="12400584" y="2743201"/>
            <a:ext cx="11628782" cy="4412974"/>
          </a:xfrm>
          <a:prstGeom prst="roundRect">
            <a:avLst>
              <a:gd name="adj" fmla="val 6212"/>
            </a:avLst>
          </a:prstGeom>
          <a:gradFill flip="none" rotWithShape="1"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FB7742-78EE-1A93-F516-DEA869383224}"/>
              </a:ext>
            </a:extLst>
          </p:cNvPr>
          <p:cNvSpPr/>
          <p:nvPr/>
        </p:nvSpPr>
        <p:spPr>
          <a:xfrm>
            <a:off x="496957" y="7678690"/>
            <a:ext cx="7729495" cy="5599988"/>
          </a:xfrm>
          <a:prstGeom prst="roundRect">
            <a:avLst>
              <a:gd name="adj" fmla="val 3583"/>
            </a:avLst>
          </a:prstGeom>
          <a:gradFill flip="none" rotWithShape="1"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21CFD5-151A-4303-8AAB-AEE69AA3D5E0}"/>
              </a:ext>
            </a:extLst>
          </p:cNvPr>
          <p:cNvSpPr/>
          <p:nvPr/>
        </p:nvSpPr>
        <p:spPr>
          <a:xfrm>
            <a:off x="16160722" y="7728185"/>
            <a:ext cx="7729495" cy="5599988"/>
          </a:xfrm>
          <a:prstGeom prst="roundRect">
            <a:avLst>
              <a:gd name="adj" fmla="val 2518"/>
            </a:avLst>
          </a:prstGeom>
          <a:gradFill flip="none" rotWithShape="1"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511BED-14DC-20ED-4527-E71F2B218369}"/>
              </a:ext>
            </a:extLst>
          </p:cNvPr>
          <p:cNvSpPr/>
          <p:nvPr/>
        </p:nvSpPr>
        <p:spPr>
          <a:xfrm>
            <a:off x="8547652" y="7678690"/>
            <a:ext cx="7295322" cy="5599988"/>
          </a:xfrm>
          <a:prstGeom prst="roundRect">
            <a:avLst>
              <a:gd name="adj" fmla="val 6373"/>
            </a:avLst>
          </a:prstGeom>
          <a:gradFill flip="none" rotWithShape="1"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29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347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Manikk ...</dc:creator>
  <cp:lastModifiedBy>Manikk ...</cp:lastModifiedBy>
  <cp:revision>7</cp:revision>
  <dcterms:created xsi:type="dcterms:W3CDTF">2025-11-23T05:57:09Z</dcterms:created>
  <dcterms:modified xsi:type="dcterms:W3CDTF">2025-11-23T11:44:42Z</dcterms:modified>
</cp:coreProperties>
</file>