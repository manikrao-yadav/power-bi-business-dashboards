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4387175" cy="1371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12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41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84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85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95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60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7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7726" y="1974851"/>
            <a:ext cx="1234600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9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75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2072" y="730250"/>
            <a:ext cx="5258485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618" y="730250"/>
            <a:ext cx="15470614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1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01E32-3084-4847-B972-E1B8F376159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97CB-261B-4119-96D1-98070A12E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8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AC4CF6-2AE8-688E-DFB3-01F73A89B453}"/>
              </a:ext>
            </a:extLst>
          </p:cNvPr>
          <p:cNvSpPr/>
          <p:nvPr/>
        </p:nvSpPr>
        <p:spPr>
          <a:xfrm>
            <a:off x="130629" y="129462"/>
            <a:ext cx="24035657" cy="13529388"/>
          </a:xfrm>
          <a:prstGeom prst="roundRect">
            <a:avLst>
              <a:gd name="adj" fmla="val 2980"/>
            </a:avLst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A5F723-D0A3-62CE-5908-57E6131E0B04}"/>
              </a:ext>
            </a:extLst>
          </p:cNvPr>
          <p:cNvSpPr/>
          <p:nvPr/>
        </p:nvSpPr>
        <p:spPr>
          <a:xfrm>
            <a:off x="597159" y="1586204"/>
            <a:ext cx="11047445" cy="1306286"/>
          </a:xfrm>
          <a:prstGeom prst="roundRect">
            <a:avLst/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E74379-239D-2FE7-C782-7618B06BAA8D}"/>
              </a:ext>
            </a:extLst>
          </p:cNvPr>
          <p:cNvSpPr/>
          <p:nvPr/>
        </p:nvSpPr>
        <p:spPr>
          <a:xfrm>
            <a:off x="12193587" y="951722"/>
            <a:ext cx="11431523" cy="3303037"/>
          </a:xfrm>
          <a:prstGeom prst="roundRect">
            <a:avLst>
              <a:gd name="adj" fmla="val 9887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D713E-F26D-1B3A-9F23-24184C1B6E81}"/>
              </a:ext>
            </a:extLst>
          </p:cNvPr>
          <p:cNvSpPr/>
          <p:nvPr/>
        </p:nvSpPr>
        <p:spPr>
          <a:xfrm>
            <a:off x="298580" y="4590661"/>
            <a:ext cx="6997959" cy="4292082"/>
          </a:xfrm>
          <a:prstGeom prst="roundRect">
            <a:avLst>
              <a:gd name="adj" fmla="val 8406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228194-BFD5-074F-5179-4A5B35FABD61}"/>
              </a:ext>
            </a:extLst>
          </p:cNvPr>
          <p:cNvSpPr/>
          <p:nvPr/>
        </p:nvSpPr>
        <p:spPr>
          <a:xfrm>
            <a:off x="7539135" y="4590661"/>
            <a:ext cx="8080310" cy="4292082"/>
          </a:xfrm>
          <a:prstGeom prst="roundRect">
            <a:avLst>
              <a:gd name="adj" fmla="val 8841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1924C0-F88A-AAAB-423F-BE1FE3EA2383}"/>
              </a:ext>
            </a:extLst>
          </p:cNvPr>
          <p:cNvSpPr/>
          <p:nvPr/>
        </p:nvSpPr>
        <p:spPr>
          <a:xfrm>
            <a:off x="15939786" y="4612434"/>
            <a:ext cx="8080310" cy="4292082"/>
          </a:xfrm>
          <a:prstGeom prst="roundRect">
            <a:avLst>
              <a:gd name="adj" fmla="val 8841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4EA105-E4C9-3630-2CAE-7FC4D0FF60B3}"/>
              </a:ext>
            </a:extLst>
          </p:cNvPr>
          <p:cNvSpPr/>
          <p:nvPr/>
        </p:nvSpPr>
        <p:spPr>
          <a:xfrm>
            <a:off x="298580" y="9327501"/>
            <a:ext cx="23721516" cy="4201888"/>
          </a:xfrm>
          <a:prstGeom prst="roundRect">
            <a:avLst>
              <a:gd name="adj" fmla="val 9524"/>
            </a:avLst>
          </a:prstGeom>
          <a:gradFill>
            <a:gsLst>
              <a:gs pos="13000">
                <a:srgbClr val="EFEDEA">
                  <a:lumMod val="100000"/>
                </a:srgbClr>
              </a:gs>
              <a:gs pos="47000">
                <a:srgbClr val="DAD5CC"/>
              </a:gs>
              <a:gs pos="100000">
                <a:srgbClr val="909382"/>
              </a:gs>
            </a:gsLst>
            <a:lin ang="2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03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Manikk ...</dc:creator>
  <cp:lastModifiedBy>Manikk ...</cp:lastModifiedBy>
  <cp:revision>1</cp:revision>
  <dcterms:created xsi:type="dcterms:W3CDTF">2025-11-23T09:56:44Z</dcterms:created>
  <dcterms:modified xsi:type="dcterms:W3CDTF">2025-11-23T10:07:40Z</dcterms:modified>
</cp:coreProperties>
</file>