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24387175" cy="13716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0" d="100"/>
          <a:sy n="40" d="100"/>
        </p:scale>
        <p:origin x="-1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397" y="2244726"/>
            <a:ext cx="18290381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397" y="7204076"/>
            <a:ext cx="18290381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D5CA6-EB6A-43EF-B51E-19FCF520AF0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01DD-04B2-45C9-8100-63F1A38E4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8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D5CA6-EB6A-43EF-B51E-19FCF520AF0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01DD-04B2-45C9-8100-63F1A38E4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333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917" y="3419477"/>
            <a:ext cx="21033938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917" y="9178927"/>
            <a:ext cx="21033938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D5CA6-EB6A-43EF-B51E-19FCF520AF0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01DD-04B2-45C9-8100-63F1A38E4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13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618" y="3651250"/>
            <a:ext cx="10364549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6008" y="3651250"/>
            <a:ext cx="10364549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D5CA6-EB6A-43EF-B51E-19FCF520AF0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01DD-04B2-45C9-8100-63F1A38E4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306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795" y="730251"/>
            <a:ext cx="21033938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796" y="3362326"/>
            <a:ext cx="10316917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796" y="5010150"/>
            <a:ext cx="1031691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6007" y="3362326"/>
            <a:ext cx="1036772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6007" y="5010150"/>
            <a:ext cx="1036772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D5CA6-EB6A-43EF-B51E-19FCF520AF0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01DD-04B2-45C9-8100-63F1A38E4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935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D5CA6-EB6A-43EF-B51E-19FCF520AF0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01DD-04B2-45C9-8100-63F1A38E4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486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D5CA6-EB6A-43EF-B51E-19FCF520AF0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01DD-04B2-45C9-8100-63F1A38E4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76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796" y="914400"/>
            <a:ext cx="7865498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7726" y="1974851"/>
            <a:ext cx="12346007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796" y="4114800"/>
            <a:ext cx="7865498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D5CA6-EB6A-43EF-B51E-19FCF520AF0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01DD-04B2-45C9-8100-63F1A38E4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507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796" y="914400"/>
            <a:ext cx="7865498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7726" y="1974851"/>
            <a:ext cx="12346007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796" y="4114800"/>
            <a:ext cx="7865498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D5CA6-EB6A-43EF-B51E-19FCF520AF0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01DD-04B2-45C9-8100-63F1A38E4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236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D5CA6-EB6A-43EF-B51E-19FCF520AF0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01DD-04B2-45C9-8100-63F1A38E4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761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52072" y="730250"/>
            <a:ext cx="5258485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618" y="730250"/>
            <a:ext cx="15470614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D5CA6-EB6A-43EF-B51E-19FCF520AF0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01DD-04B2-45C9-8100-63F1A38E4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847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619" y="730251"/>
            <a:ext cx="21033938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619" y="3651250"/>
            <a:ext cx="21033938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618" y="12712701"/>
            <a:ext cx="548711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D5CA6-EB6A-43EF-B51E-19FCF520AF0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D01DD-04B2-45C9-8100-63F1A38E4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16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1A3232B-97E8-0705-8AE5-B42638A183DE}"/>
              </a:ext>
            </a:extLst>
          </p:cNvPr>
          <p:cNvSpPr/>
          <p:nvPr/>
        </p:nvSpPr>
        <p:spPr>
          <a:xfrm>
            <a:off x="285750" y="171450"/>
            <a:ext cx="23793450" cy="13373100"/>
          </a:xfrm>
          <a:prstGeom prst="roundRect">
            <a:avLst>
              <a:gd name="adj" fmla="val 3200"/>
            </a:avLst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9291C7-BA24-DCA3-95D9-B803D70E0B9A}"/>
              </a:ext>
            </a:extLst>
          </p:cNvPr>
          <p:cNvSpPr/>
          <p:nvPr/>
        </p:nvSpPr>
        <p:spPr>
          <a:xfrm>
            <a:off x="858416" y="951722"/>
            <a:ext cx="22692049" cy="816118"/>
          </a:xfrm>
          <a:prstGeom prst="roundRect">
            <a:avLst/>
          </a:prstGeom>
          <a:gradFill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6C15C3-2C98-45B6-AB83-C13B699FC24A}"/>
              </a:ext>
            </a:extLst>
          </p:cNvPr>
          <p:cNvSpPr/>
          <p:nvPr/>
        </p:nvSpPr>
        <p:spPr>
          <a:xfrm>
            <a:off x="1689100" y="2133600"/>
            <a:ext cx="5435600" cy="2781300"/>
          </a:xfrm>
          <a:prstGeom prst="roundRect">
            <a:avLst>
              <a:gd name="adj" fmla="val 8275"/>
            </a:avLst>
          </a:prstGeom>
          <a:gradFill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6E66567-9C24-D069-D701-8AB800D6428E}"/>
              </a:ext>
            </a:extLst>
          </p:cNvPr>
          <p:cNvSpPr/>
          <p:nvPr/>
        </p:nvSpPr>
        <p:spPr>
          <a:xfrm>
            <a:off x="9220200" y="2133600"/>
            <a:ext cx="5435600" cy="2781300"/>
          </a:xfrm>
          <a:prstGeom prst="roundRect">
            <a:avLst>
              <a:gd name="adj" fmla="val 8275"/>
            </a:avLst>
          </a:prstGeom>
          <a:gradFill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AB56045-CF7A-6FA5-23C6-4C60ACA8955A}"/>
              </a:ext>
            </a:extLst>
          </p:cNvPr>
          <p:cNvSpPr/>
          <p:nvPr/>
        </p:nvSpPr>
        <p:spPr>
          <a:xfrm>
            <a:off x="16764000" y="2133600"/>
            <a:ext cx="5435600" cy="2781300"/>
          </a:xfrm>
          <a:prstGeom prst="roundRect">
            <a:avLst>
              <a:gd name="adj" fmla="val 8275"/>
            </a:avLst>
          </a:prstGeom>
          <a:gradFill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5C2CB7C-188A-6976-D27C-1ED895BB258A}"/>
              </a:ext>
            </a:extLst>
          </p:cNvPr>
          <p:cNvSpPr/>
          <p:nvPr/>
        </p:nvSpPr>
        <p:spPr>
          <a:xfrm>
            <a:off x="4343400" y="5280660"/>
            <a:ext cx="5702300" cy="3393440"/>
          </a:xfrm>
          <a:prstGeom prst="roundRect">
            <a:avLst>
              <a:gd name="adj" fmla="val 7855"/>
            </a:avLst>
          </a:prstGeom>
          <a:gradFill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0E89B91-BC94-974C-A9E9-C9E5B845BA72}"/>
              </a:ext>
            </a:extLst>
          </p:cNvPr>
          <p:cNvSpPr/>
          <p:nvPr/>
        </p:nvSpPr>
        <p:spPr>
          <a:xfrm>
            <a:off x="14341475" y="5280660"/>
            <a:ext cx="5702300" cy="3393440"/>
          </a:xfrm>
          <a:prstGeom prst="roundRect">
            <a:avLst>
              <a:gd name="adj" fmla="val 7855"/>
            </a:avLst>
          </a:prstGeom>
          <a:gradFill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58AAE72-CD7D-D348-03B4-7750A87C097D}"/>
              </a:ext>
            </a:extLst>
          </p:cNvPr>
          <p:cNvSpPr/>
          <p:nvPr/>
        </p:nvSpPr>
        <p:spPr>
          <a:xfrm>
            <a:off x="1689100" y="9027160"/>
            <a:ext cx="5905500" cy="4142740"/>
          </a:xfrm>
          <a:prstGeom prst="roundRect">
            <a:avLst>
              <a:gd name="adj" fmla="val 5082"/>
            </a:avLst>
          </a:prstGeom>
          <a:gradFill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0AB3571-3918-212B-5A60-72D4F0676BF9}"/>
              </a:ext>
            </a:extLst>
          </p:cNvPr>
          <p:cNvSpPr/>
          <p:nvPr/>
        </p:nvSpPr>
        <p:spPr>
          <a:xfrm>
            <a:off x="16764000" y="9001760"/>
            <a:ext cx="5905500" cy="4231640"/>
          </a:xfrm>
          <a:prstGeom prst="roundRect">
            <a:avLst>
              <a:gd name="adj" fmla="val 5082"/>
            </a:avLst>
          </a:prstGeom>
          <a:gradFill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BD14E48-80D0-BC5B-689D-6C36302EA408}"/>
              </a:ext>
            </a:extLst>
          </p:cNvPr>
          <p:cNvSpPr/>
          <p:nvPr/>
        </p:nvSpPr>
        <p:spPr>
          <a:xfrm>
            <a:off x="9232900" y="9014460"/>
            <a:ext cx="5905500" cy="4206240"/>
          </a:xfrm>
          <a:prstGeom prst="roundRect">
            <a:avLst>
              <a:gd name="adj" fmla="val 3080"/>
            </a:avLst>
          </a:prstGeom>
          <a:gradFill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956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Manikk ...</dc:creator>
  <cp:lastModifiedBy>Manikk ...</cp:lastModifiedBy>
  <cp:revision>1</cp:revision>
  <dcterms:created xsi:type="dcterms:W3CDTF">2025-11-23T09:37:36Z</dcterms:created>
  <dcterms:modified xsi:type="dcterms:W3CDTF">2025-11-23T09:53:19Z</dcterms:modified>
</cp:coreProperties>
</file>